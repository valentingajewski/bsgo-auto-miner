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E19525-8AC3-9B2C-0C72-35A703BC3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DCF51D-B96C-214E-036B-4CFB5FFC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097FE2-2905-312A-BBF9-ACDEBBE7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837872-95FE-B9E7-02AF-3CB7B1A2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973BBA-F4D9-F259-2DCE-AC39DE6A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9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E98EB2-8264-BD56-DB44-48E11150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5B9772-6792-345A-5DCE-46975F06F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2228A7-5875-B519-1B98-647569CE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65C10F-5116-F50E-3C6B-8F12407E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7FCDC3-EA5F-AE2A-099B-6D734357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08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EEDCB-4CF0-AE38-A83F-FCBBF6DEF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785DDA-8FFE-8E25-22F9-E118C87A3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211C0E-52C6-4DF1-0EC1-12C187DE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363B7F-84DF-DECC-7579-66847E08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3F78EC-1DBC-03AF-9708-E103DF88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62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4D16C4-A000-699C-F387-FB8456DD9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BBB012-924F-1DF8-B3FC-3A4DF6DE1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9DDDA5-9DB9-975A-C080-D791F0189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D733E1-374F-3AB2-3B8B-EFB37218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228A61-2437-FF7A-ED2D-6DDE3E06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D75F79-EC46-C02D-FBA3-88826248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98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C9204F-6A60-B041-B21B-33086DDDD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CCE7D9-A6D2-1948-34AD-CF85E43E1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E6EB30-099C-3DD1-AA8A-21C761480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20999B1-38CD-D3FF-DC43-3294BF8B2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C78C3A-97EE-9F56-4A70-EFC9E425C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B057F4B-67A7-6B24-A737-25872234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F153B78-147F-68F6-3B2B-F339E3E6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DCAEA4-1106-9960-1B20-9635D87D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763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CA7AE1-599C-CEA7-EFAB-4B9DFFE67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52016F3-DD53-1FA7-667B-BB27691F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F419BE3-11A1-D76E-1076-A851A3BF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1204A5F-4BD3-439C-E882-920228BE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10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251C546-7D5F-83AC-28F7-CB339B62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670B8C-F336-FA2B-59FE-AE548F453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DFEAFB-D53F-095C-9176-D1759BFB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83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99F0EA-322F-7113-5C95-8632F6A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E7C391-3204-2E91-6080-68139CD8C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DE4C7A-CADC-830F-70C3-79515E5D0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2F83B9-EF95-6593-999F-EE61F7B8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3CF394-FAE1-6A41-D10D-5FEE6DFE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2EFC18-8CC9-2D7F-6754-8DD7BA4A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00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1098F-F960-64CB-D756-2B0693A32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F494315-4293-2F2A-0F1B-5CCACEE59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63509D-2A1D-382B-BAA9-69BE22413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3CD2CE-05A2-F8A8-0ED8-697A2D4E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0D4FBC-88D2-23D6-9B3A-772719ED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D073D2-9426-33CA-730A-455FFD72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88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0716E5-F34F-DF62-9FA6-F5F5EEEC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5405E6-A026-0942-0715-E53E1C6C8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A49594-E8E9-71C9-5B10-FBA67C578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DB480F-3FBE-34C6-96EC-02464892A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8380D-8259-D0B0-F383-9E4C832B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311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BA1B2A9-22E0-87C0-4855-D0CDC2D0D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8FACFAA-1455-FED4-6688-E6B3A23D3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ED55AA-657C-B4DF-52C5-B1456980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CD043A-4FFD-7AC7-55EB-D41DBDE3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A8EF07-80DB-F287-303D-BD7B1301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9945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C04FCF4-0FD7-8FC0-FD6C-494E26F6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80B79F-03B3-1972-98BD-D33C674FB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4BD076-E3EA-91E8-E621-5D8EA28B6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C10BA-235C-4563-A01E-E36FBE4A75EF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0E9CC0-1277-FFA9-128D-9BC08D53A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17E723-261D-5BF6-4303-0306FF433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39364-AC68-4C47-A8E8-55E572BF0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55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45C0-52BA-051E-1A12-BFB5339D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F6EBC039-14EB-9657-5858-C3AA6DF01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730250"/>
            <a:ext cx="317500" cy="317500"/>
          </a:xfrm>
          <a:prstGeom prst="rect">
            <a:avLst/>
          </a:prstGeom>
        </p:spPr>
      </p:pic>
      <p:pic>
        <p:nvPicPr>
          <p:cNvPr id="6" name="Image 5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F63E3ED9-D3B6-B1C2-C3E3-A78301F63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1352550"/>
            <a:ext cx="317500" cy="317500"/>
          </a:xfrm>
          <a:prstGeom prst="rect">
            <a:avLst/>
          </a:prstGeom>
        </p:spPr>
      </p:pic>
      <p:pic>
        <p:nvPicPr>
          <p:cNvPr id="7" name="Image 6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B1AA2B1E-51F6-EAA8-A343-813F915F1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0" y="266700"/>
            <a:ext cx="317500" cy="317500"/>
          </a:xfrm>
          <a:prstGeom prst="rect">
            <a:avLst/>
          </a:prstGeom>
        </p:spPr>
      </p:pic>
      <p:pic>
        <p:nvPicPr>
          <p:cNvPr id="8" name="Image 7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9922EAE3-2B06-AB1A-D34B-E9A827CDB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150" y="965200"/>
            <a:ext cx="317500" cy="317500"/>
          </a:xfrm>
          <a:prstGeom prst="rect">
            <a:avLst/>
          </a:prstGeom>
        </p:spPr>
      </p:pic>
      <p:pic>
        <p:nvPicPr>
          <p:cNvPr id="9" name="Image 8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636D56C4-1EE1-1AA7-6031-44CE6937F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46300"/>
            <a:ext cx="317500" cy="317500"/>
          </a:xfrm>
          <a:prstGeom prst="rect">
            <a:avLst/>
          </a:prstGeom>
        </p:spPr>
      </p:pic>
      <p:pic>
        <p:nvPicPr>
          <p:cNvPr id="10" name="Image 9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0E06501D-E110-EBBE-5090-F29E66A91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0" y="1828800"/>
            <a:ext cx="317500" cy="317500"/>
          </a:xfrm>
          <a:prstGeom prst="rect">
            <a:avLst/>
          </a:prstGeom>
        </p:spPr>
      </p:pic>
      <p:pic>
        <p:nvPicPr>
          <p:cNvPr id="11" name="Image 10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729F9DC3-457C-AE28-CE1B-BFF6400B7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00" y="425450"/>
            <a:ext cx="317500" cy="317500"/>
          </a:xfrm>
          <a:prstGeom prst="rect">
            <a:avLst/>
          </a:prstGeom>
        </p:spPr>
      </p:pic>
      <p:pic>
        <p:nvPicPr>
          <p:cNvPr id="12" name="Image 11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C61C435D-08FB-1145-157A-C4447A0C6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0" y="584200"/>
            <a:ext cx="317500" cy="317500"/>
          </a:xfrm>
          <a:prstGeom prst="rect">
            <a:avLst/>
          </a:prstGeom>
        </p:spPr>
      </p:pic>
      <p:pic>
        <p:nvPicPr>
          <p:cNvPr id="13" name="Image 12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DF800101-E4EF-1B9D-1719-0290D4117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" y="1670050"/>
            <a:ext cx="317500" cy="317500"/>
          </a:xfrm>
          <a:prstGeom prst="rect">
            <a:avLst/>
          </a:prstGeom>
        </p:spPr>
      </p:pic>
      <p:pic>
        <p:nvPicPr>
          <p:cNvPr id="14" name="Image 13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5063645A-0FFE-A259-5C67-E15535A8C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2368550"/>
            <a:ext cx="317500" cy="317500"/>
          </a:xfrm>
          <a:prstGeom prst="rect">
            <a:avLst/>
          </a:prstGeom>
        </p:spPr>
      </p:pic>
      <p:pic>
        <p:nvPicPr>
          <p:cNvPr id="15" name="Image 14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A8336B11-4F34-3151-28A2-AA11B855D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0" y="1828800"/>
            <a:ext cx="317500" cy="317500"/>
          </a:xfrm>
          <a:prstGeom prst="rect">
            <a:avLst/>
          </a:prstGeom>
        </p:spPr>
      </p:pic>
      <p:pic>
        <p:nvPicPr>
          <p:cNvPr id="16" name="Image 15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299A91BC-A100-9A07-7444-0B34B5072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150" y="247650"/>
            <a:ext cx="317500" cy="317500"/>
          </a:xfrm>
          <a:prstGeom prst="rect">
            <a:avLst/>
          </a:prstGeom>
        </p:spPr>
      </p:pic>
      <p:pic>
        <p:nvPicPr>
          <p:cNvPr id="17" name="Image 16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F30EECBA-175A-96AF-B329-6F1791E49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00" y="1041400"/>
            <a:ext cx="317500" cy="317500"/>
          </a:xfrm>
          <a:prstGeom prst="rect">
            <a:avLst/>
          </a:prstGeom>
        </p:spPr>
      </p:pic>
      <p:pic>
        <p:nvPicPr>
          <p:cNvPr id="18" name="Image 17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54AFAE98-4758-0CF2-12CF-F2FD5F0B9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750" y="723900"/>
            <a:ext cx="317500" cy="317500"/>
          </a:xfrm>
          <a:prstGeom prst="rect">
            <a:avLst/>
          </a:prstGeom>
        </p:spPr>
      </p:pic>
      <p:pic>
        <p:nvPicPr>
          <p:cNvPr id="19" name="Image 18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9C84A85C-8F36-5E6A-B836-664ABBA73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250" y="565150"/>
            <a:ext cx="317500" cy="317500"/>
          </a:xfrm>
          <a:prstGeom prst="rect">
            <a:avLst/>
          </a:prstGeom>
        </p:spPr>
      </p:pic>
      <p:pic>
        <p:nvPicPr>
          <p:cNvPr id="20" name="Image 19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120060AB-A004-BA55-DD1A-0FCA6FAA7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200" y="1263650"/>
            <a:ext cx="317500" cy="317500"/>
          </a:xfrm>
          <a:prstGeom prst="rect">
            <a:avLst/>
          </a:prstGeom>
        </p:spPr>
      </p:pic>
      <p:pic>
        <p:nvPicPr>
          <p:cNvPr id="21" name="Image 20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09489727-1B7E-2525-79AC-DA907A2D7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950" y="723900"/>
            <a:ext cx="317500" cy="317500"/>
          </a:xfrm>
          <a:prstGeom prst="rect">
            <a:avLst/>
          </a:prstGeom>
        </p:spPr>
      </p:pic>
      <p:pic>
        <p:nvPicPr>
          <p:cNvPr id="24" name="Image 23" descr="Une image contenant croquis, dessin, clipart, illustration&#10;&#10;Le contenu généré par l’IA peut être incorrect.">
            <a:extLst>
              <a:ext uri="{FF2B5EF4-FFF2-40B4-BE49-F238E27FC236}">
                <a16:creationId xmlns:a16="http://schemas.microsoft.com/office/drawing/2014/main" id="{497D36E4-1C98-05A8-61A5-08E83B4F6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881" y="1358900"/>
            <a:ext cx="274638" cy="317500"/>
          </a:xfrm>
          <a:prstGeom prst="rect">
            <a:avLst/>
          </a:prstGeom>
        </p:spPr>
      </p:pic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F0C3FBBA-693F-FCCB-F8F3-72335B3D93CB}"/>
              </a:ext>
            </a:extLst>
          </p:cNvPr>
          <p:cNvCxnSpPr>
            <a:stCxn id="24" idx="3"/>
          </p:cNvCxnSpPr>
          <p:nvPr/>
        </p:nvCxnSpPr>
        <p:spPr>
          <a:xfrm flipV="1">
            <a:off x="2245519" y="565150"/>
            <a:ext cx="1259681" cy="95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3B50210-2BB7-12FD-8C3A-C5D21138550A}"/>
              </a:ext>
            </a:extLst>
          </p:cNvPr>
          <p:cNvCxnSpPr>
            <a:cxnSpLocks/>
          </p:cNvCxnSpPr>
          <p:nvPr/>
        </p:nvCxnSpPr>
        <p:spPr>
          <a:xfrm flipH="1" flipV="1">
            <a:off x="779462" y="571500"/>
            <a:ext cx="1191419" cy="939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9F4A8477-F925-F1D5-567C-EE9BC8C7207E}"/>
              </a:ext>
            </a:extLst>
          </p:cNvPr>
          <p:cNvSpPr txBox="1"/>
          <p:nvPr/>
        </p:nvSpPr>
        <p:spPr>
          <a:xfrm>
            <a:off x="5397500" y="82034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CAS N°1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D30E931-D524-3828-2740-E9FD11699FB2}"/>
              </a:ext>
            </a:extLst>
          </p:cNvPr>
          <p:cNvSpPr txBox="1"/>
          <p:nvPr/>
        </p:nvSpPr>
        <p:spPr>
          <a:xfrm>
            <a:off x="946150" y="3384550"/>
            <a:ext cx="8959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Detect</a:t>
            </a:r>
            <a:r>
              <a:rPr lang="fr-FR" dirty="0"/>
              <a:t> 5 </a:t>
            </a:r>
            <a:r>
              <a:rPr lang="fr-FR" dirty="0" err="1"/>
              <a:t>asteroid</a:t>
            </a:r>
            <a:endParaRPr lang="fr-FR" dirty="0"/>
          </a:p>
          <a:p>
            <a:pPr marL="742950" lvl="1" indent="-285750">
              <a:buFontTx/>
              <a:buChar char="-"/>
            </a:pPr>
            <a:r>
              <a:rPr lang="fr-FR" dirty="0"/>
              <a:t>Save </a:t>
            </a:r>
            <a:r>
              <a:rPr lang="fr-FR" dirty="0" err="1"/>
              <a:t>cursor</a:t>
            </a:r>
            <a:r>
              <a:rPr lang="fr-FR" dirty="0"/>
              <a:t> </a:t>
            </a:r>
            <a:r>
              <a:rPr lang="fr-FR" dirty="0" err="1"/>
              <a:t>coordinates</a:t>
            </a:r>
            <a:r>
              <a:rPr lang="fr-FR" dirty="0"/>
              <a:t> + distance to </a:t>
            </a:r>
            <a:r>
              <a:rPr lang="fr-FR" dirty="0" err="1"/>
              <a:t>asteroid</a:t>
            </a:r>
            <a:r>
              <a:rPr lang="fr-FR" dirty="0"/>
              <a:t> in </a:t>
            </a:r>
            <a:r>
              <a:rPr lang="fr-FR" dirty="0" err="1"/>
              <a:t>asteroid_list_temp</a:t>
            </a:r>
            <a:r>
              <a:rPr lang="fr-FR" dirty="0"/>
              <a:t> </a:t>
            </a:r>
            <a:r>
              <a:rPr lang="fr-FR" dirty="0" err="1"/>
              <a:t>list</a:t>
            </a:r>
            <a:endParaRPr lang="fr-FR" dirty="0"/>
          </a:p>
          <a:p>
            <a:pPr marL="742950" lvl="1" indent="-285750">
              <a:buFontTx/>
              <a:buChar char="-"/>
            </a:pPr>
            <a:r>
              <a:rPr lang="fr-FR" dirty="0" err="1"/>
              <a:t>Delete</a:t>
            </a:r>
            <a:r>
              <a:rPr lang="fr-FR" dirty="0"/>
              <a:t> doublons</a:t>
            </a:r>
          </a:p>
          <a:p>
            <a:pPr marL="285750" indent="-285750">
              <a:buFontTx/>
              <a:buChar char="-"/>
            </a:pPr>
            <a:r>
              <a:rPr lang="fr-FR" dirty="0"/>
              <a:t>For </a:t>
            </a:r>
            <a:r>
              <a:rPr lang="fr-FR" dirty="0" err="1"/>
              <a:t>asteroid</a:t>
            </a:r>
            <a:r>
              <a:rPr lang="fr-FR" dirty="0"/>
              <a:t> in </a:t>
            </a:r>
            <a:r>
              <a:rPr lang="fr-FR" dirty="0" err="1"/>
              <a:t>asteroid_list_temp</a:t>
            </a:r>
            <a:endParaRPr lang="fr-FR" dirty="0"/>
          </a:p>
          <a:p>
            <a:pPr marL="742950" lvl="1" indent="-285750">
              <a:buFontTx/>
              <a:buChar char="-"/>
            </a:pPr>
            <a:r>
              <a:rPr lang="fr-FR" dirty="0"/>
              <a:t>Click on </a:t>
            </a:r>
            <a:r>
              <a:rPr lang="fr-FR" dirty="0" err="1"/>
              <a:t>nearest</a:t>
            </a:r>
            <a:r>
              <a:rPr lang="fr-FR" dirty="0"/>
              <a:t> </a:t>
            </a:r>
            <a:r>
              <a:rPr lang="fr-FR" dirty="0" err="1"/>
              <a:t>asteroid</a:t>
            </a:r>
            <a:endParaRPr lang="fr-FR" dirty="0"/>
          </a:p>
          <a:p>
            <a:pPr marL="742950" lvl="1" indent="-285750">
              <a:buFontTx/>
              <a:buChar char="-"/>
            </a:pPr>
            <a:r>
              <a:rPr lang="fr-FR" dirty="0"/>
              <a:t>If distance &lt; 2000 alors scan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If scan = water:</a:t>
            </a:r>
          </a:p>
          <a:p>
            <a:pPr marL="1200150" lvl="2" indent="-285750">
              <a:buFontTx/>
              <a:buChar char="-"/>
            </a:pPr>
            <a:r>
              <a:rPr lang="fr-FR" dirty="0" err="1"/>
              <a:t>Shoot_asteroid</a:t>
            </a:r>
            <a:r>
              <a:rPr lang="fr-FR" dirty="0"/>
              <a:t>() </a:t>
            </a:r>
            <a:r>
              <a:rPr lang="fr-FR" dirty="0" err="1"/>
              <a:t>method</a:t>
            </a:r>
            <a:endParaRPr lang="fr-FR" dirty="0"/>
          </a:p>
          <a:p>
            <a:pPr marL="1200150" lvl="2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257DC84-39F2-4544-CE62-CE4EC12B3A0A}"/>
              </a:ext>
            </a:extLst>
          </p:cNvPr>
          <p:cNvSpPr/>
          <p:nvPr/>
        </p:nvSpPr>
        <p:spPr>
          <a:xfrm>
            <a:off x="1679575" y="489466"/>
            <a:ext cx="177800" cy="158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1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1E2BC05-981A-0DC0-1C4B-2E7E154BF469}"/>
              </a:ext>
            </a:extLst>
          </p:cNvPr>
          <p:cNvSpPr/>
          <p:nvPr/>
        </p:nvSpPr>
        <p:spPr>
          <a:xfrm>
            <a:off x="2599531" y="257175"/>
            <a:ext cx="177800" cy="158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2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6A94412F-34C5-AA68-51DC-397C9FCFFB84}"/>
              </a:ext>
            </a:extLst>
          </p:cNvPr>
          <p:cNvSpPr/>
          <p:nvPr/>
        </p:nvSpPr>
        <p:spPr>
          <a:xfrm>
            <a:off x="1564481" y="711716"/>
            <a:ext cx="177800" cy="158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3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2EF933A2-15D6-E55F-8C2C-85ADED19563F}"/>
              </a:ext>
            </a:extLst>
          </p:cNvPr>
          <p:cNvSpPr/>
          <p:nvPr/>
        </p:nvSpPr>
        <p:spPr>
          <a:xfrm>
            <a:off x="2063750" y="114300"/>
            <a:ext cx="177800" cy="158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4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E151BA6C-FA52-19D7-9444-0827D15D2A16}"/>
              </a:ext>
            </a:extLst>
          </p:cNvPr>
          <p:cNvSpPr/>
          <p:nvPr/>
        </p:nvSpPr>
        <p:spPr>
          <a:xfrm>
            <a:off x="2891631" y="292616"/>
            <a:ext cx="177800" cy="158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5</a:t>
            </a:r>
          </a:p>
        </p:txBody>
      </p:sp>
      <p:sp>
        <p:nvSpPr>
          <p:cNvPr id="31" name="Signe de multiplication 30">
            <a:extLst>
              <a:ext uri="{FF2B5EF4-FFF2-40B4-BE49-F238E27FC236}">
                <a16:creationId xmlns:a16="http://schemas.microsoft.com/office/drawing/2014/main" id="{A828E1B3-9417-D470-41BC-4A11AAF08CA1}"/>
              </a:ext>
            </a:extLst>
          </p:cNvPr>
          <p:cNvSpPr/>
          <p:nvPr/>
        </p:nvSpPr>
        <p:spPr>
          <a:xfrm>
            <a:off x="1774031" y="596900"/>
            <a:ext cx="317500" cy="317500"/>
          </a:xfrm>
          <a:prstGeom prst="mathMultiply">
            <a:avLst>
              <a:gd name="adj1" fmla="val 38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56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DA3C4-EA68-B3A3-B249-673409D2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F32D19D1-77D4-A411-8E91-0691FA495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730250"/>
            <a:ext cx="317500" cy="317500"/>
          </a:xfrm>
          <a:prstGeom prst="rect">
            <a:avLst/>
          </a:prstGeom>
        </p:spPr>
      </p:pic>
      <p:pic>
        <p:nvPicPr>
          <p:cNvPr id="6" name="Image 5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324468E4-D263-862B-57D9-2A70C264E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1352550"/>
            <a:ext cx="317500" cy="317500"/>
          </a:xfrm>
          <a:prstGeom prst="rect">
            <a:avLst/>
          </a:prstGeom>
        </p:spPr>
      </p:pic>
      <p:pic>
        <p:nvPicPr>
          <p:cNvPr id="7" name="Image 6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E6DC93F4-C415-485C-7938-950889AD0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0" y="266700"/>
            <a:ext cx="317500" cy="317500"/>
          </a:xfrm>
          <a:prstGeom prst="rect">
            <a:avLst/>
          </a:prstGeom>
        </p:spPr>
      </p:pic>
      <p:pic>
        <p:nvPicPr>
          <p:cNvPr id="8" name="Image 7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4C0D7CD3-36BD-E262-0620-27A033C98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150" y="965200"/>
            <a:ext cx="317500" cy="317500"/>
          </a:xfrm>
          <a:prstGeom prst="rect">
            <a:avLst/>
          </a:prstGeom>
        </p:spPr>
      </p:pic>
      <p:pic>
        <p:nvPicPr>
          <p:cNvPr id="9" name="Image 8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4DC06D1E-F887-DD3F-EE2F-DDD1F7734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46300"/>
            <a:ext cx="317500" cy="317500"/>
          </a:xfrm>
          <a:prstGeom prst="rect">
            <a:avLst/>
          </a:prstGeom>
        </p:spPr>
      </p:pic>
      <p:pic>
        <p:nvPicPr>
          <p:cNvPr id="10" name="Image 9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2CA85622-B2BA-6751-663E-251A944F3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0" y="1828800"/>
            <a:ext cx="317500" cy="317500"/>
          </a:xfrm>
          <a:prstGeom prst="rect">
            <a:avLst/>
          </a:prstGeom>
        </p:spPr>
      </p:pic>
      <p:pic>
        <p:nvPicPr>
          <p:cNvPr id="11" name="Image 10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7BE900CA-BBB0-1B3E-2E2B-4EB82C475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00" y="425450"/>
            <a:ext cx="317500" cy="317500"/>
          </a:xfrm>
          <a:prstGeom prst="rect">
            <a:avLst/>
          </a:prstGeom>
        </p:spPr>
      </p:pic>
      <p:pic>
        <p:nvPicPr>
          <p:cNvPr id="12" name="Image 11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E5552D3C-1226-7064-8416-F642177B0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0" y="584200"/>
            <a:ext cx="317500" cy="317500"/>
          </a:xfrm>
          <a:prstGeom prst="rect">
            <a:avLst/>
          </a:prstGeom>
        </p:spPr>
      </p:pic>
      <p:pic>
        <p:nvPicPr>
          <p:cNvPr id="13" name="Image 12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F1DDEA75-6A3D-CA2D-053C-4AD5CD2B9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" y="1670050"/>
            <a:ext cx="317500" cy="317500"/>
          </a:xfrm>
          <a:prstGeom prst="rect">
            <a:avLst/>
          </a:prstGeom>
        </p:spPr>
      </p:pic>
      <p:pic>
        <p:nvPicPr>
          <p:cNvPr id="14" name="Image 13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CD5720E3-8773-ADD2-BC9A-E71F0EE3A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2368550"/>
            <a:ext cx="317500" cy="317500"/>
          </a:xfrm>
          <a:prstGeom prst="rect">
            <a:avLst/>
          </a:prstGeom>
        </p:spPr>
      </p:pic>
      <p:pic>
        <p:nvPicPr>
          <p:cNvPr id="15" name="Image 14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9C2FB9F7-76A0-00BB-E001-4A2CBBDC9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0" y="1828800"/>
            <a:ext cx="317500" cy="317500"/>
          </a:xfrm>
          <a:prstGeom prst="rect">
            <a:avLst/>
          </a:prstGeom>
        </p:spPr>
      </p:pic>
      <p:pic>
        <p:nvPicPr>
          <p:cNvPr id="16" name="Image 15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B36AC935-AF56-4832-629A-E8E029FF5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150" y="247650"/>
            <a:ext cx="317500" cy="317500"/>
          </a:xfrm>
          <a:prstGeom prst="rect">
            <a:avLst/>
          </a:prstGeom>
        </p:spPr>
      </p:pic>
      <p:pic>
        <p:nvPicPr>
          <p:cNvPr id="17" name="Image 16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65375F3C-C414-6B6E-5E89-DDB1BAE8C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00" y="1041400"/>
            <a:ext cx="317500" cy="317500"/>
          </a:xfrm>
          <a:prstGeom prst="rect">
            <a:avLst/>
          </a:prstGeom>
        </p:spPr>
      </p:pic>
      <p:pic>
        <p:nvPicPr>
          <p:cNvPr id="18" name="Image 17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6B4581BC-996C-B3DC-F3EB-33C65F81B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750" y="723900"/>
            <a:ext cx="317500" cy="317500"/>
          </a:xfrm>
          <a:prstGeom prst="rect">
            <a:avLst/>
          </a:prstGeom>
        </p:spPr>
      </p:pic>
      <p:pic>
        <p:nvPicPr>
          <p:cNvPr id="19" name="Image 18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D29F56F8-E5E4-8E5D-7F20-FC3380E19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250" y="565150"/>
            <a:ext cx="317500" cy="317500"/>
          </a:xfrm>
          <a:prstGeom prst="rect">
            <a:avLst/>
          </a:prstGeom>
        </p:spPr>
      </p:pic>
      <p:pic>
        <p:nvPicPr>
          <p:cNvPr id="20" name="Image 19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6399A35A-DE40-FA39-6943-623A97103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200" y="1263650"/>
            <a:ext cx="317500" cy="317500"/>
          </a:xfrm>
          <a:prstGeom prst="rect">
            <a:avLst/>
          </a:prstGeom>
        </p:spPr>
      </p:pic>
      <p:pic>
        <p:nvPicPr>
          <p:cNvPr id="21" name="Image 20" descr="Une image contenant croquis, dessin, cercle, noir&#10;&#10;Le contenu généré par l’IA peut être incorrect.">
            <a:extLst>
              <a:ext uri="{FF2B5EF4-FFF2-40B4-BE49-F238E27FC236}">
                <a16:creationId xmlns:a16="http://schemas.microsoft.com/office/drawing/2014/main" id="{7A2A4C85-8BBD-9217-F42E-341E4FE9A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950" y="723900"/>
            <a:ext cx="317500" cy="317500"/>
          </a:xfrm>
          <a:prstGeom prst="rect">
            <a:avLst/>
          </a:prstGeom>
        </p:spPr>
      </p:pic>
      <p:pic>
        <p:nvPicPr>
          <p:cNvPr id="24" name="Image 23" descr="Une image contenant croquis, dessin, clipart, illustration&#10;&#10;Le contenu généré par l’IA peut être incorrect.">
            <a:extLst>
              <a:ext uri="{FF2B5EF4-FFF2-40B4-BE49-F238E27FC236}">
                <a16:creationId xmlns:a16="http://schemas.microsoft.com/office/drawing/2014/main" id="{7B548C8B-466B-C13E-A19A-CC9CC34F2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881" y="1358900"/>
            <a:ext cx="274638" cy="317500"/>
          </a:xfrm>
          <a:prstGeom prst="rect">
            <a:avLst/>
          </a:prstGeom>
        </p:spPr>
      </p:pic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E5CBCCC-2D62-033B-7F85-EC99D8DA899A}"/>
              </a:ext>
            </a:extLst>
          </p:cNvPr>
          <p:cNvCxnSpPr>
            <a:stCxn id="24" idx="3"/>
          </p:cNvCxnSpPr>
          <p:nvPr/>
        </p:nvCxnSpPr>
        <p:spPr>
          <a:xfrm flipV="1">
            <a:off x="2245519" y="565150"/>
            <a:ext cx="1259681" cy="95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E88AA43-418B-FA3D-DE8B-CEFB9D6D4BC8}"/>
              </a:ext>
            </a:extLst>
          </p:cNvPr>
          <p:cNvCxnSpPr>
            <a:cxnSpLocks/>
          </p:cNvCxnSpPr>
          <p:nvPr/>
        </p:nvCxnSpPr>
        <p:spPr>
          <a:xfrm flipH="1" flipV="1">
            <a:off x="779462" y="571500"/>
            <a:ext cx="1191419" cy="939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3085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56</Words>
  <Application>Microsoft Office PowerPoint</Application>
  <PresentationFormat>Grand écran</PresentationFormat>
  <Paragraphs>14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 MATHIOT</dc:creator>
  <cp:lastModifiedBy>Valentin MATHIOT</cp:lastModifiedBy>
  <cp:revision>4</cp:revision>
  <dcterms:created xsi:type="dcterms:W3CDTF">2025-05-26T10:41:03Z</dcterms:created>
  <dcterms:modified xsi:type="dcterms:W3CDTF">2025-05-26T11:21:26Z</dcterms:modified>
</cp:coreProperties>
</file>